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34615" autoAdjust="0"/>
    <p:restoredTop sz="86420" autoAdjust="0"/>
  </p:normalViewPr>
  <p:slideViewPr>
    <p:cSldViewPr>
      <p:cViewPr varScale="1">
        <p:scale>
          <a:sx n="70" d="100"/>
          <a:sy n="70" d="100"/>
        </p:scale>
        <p:origin x="-102" y="-3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2646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2887D-3FE0-41A6-AE39-21C16B90780E}" type="datetimeFigureOut">
              <a:rPr lang="pt-BR" smtClean="0"/>
              <a:t>09/06/2011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294A6-254F-469B-AD55-0A6661443653}" type="slidenum">
              <a:rPr lang="pt-BR" smtClean="0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2887D-3FE0-41A6-AE39-21C16B90780E}" type="datetimeFigureOut">
              <a:rPr lang="pt-BR" smtClean="0"/>
              <a:t>09/06/2011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294A6-254F-469B-AD55-0A6661443653}" type="slidenum">
              <a:rPr lang="pt-BR" smtClean="0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2887D-3FE0-41A6-AE39-21C16B90780E}" type="datetimeFigureOut">
              <a:rPr lang="pt-BR" smtClean="0"/>
              <a:t>09/06/2011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294A6-254F-469B-AD55-0A6661443653}" type="slidenum">
              <a:rPr lang="pt-BR" smtClean="0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2887D-3FE0-41A6-AE39-21C16B90780E}" type="datetimeFigureOut">
              <a:rPr lang="pt-BR" smtClean="0"/>
              <a:t>09/06/2011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294A6-254F-469B-AD55-0A6661443653}" type="slidenum">
              <a:rPr lang="pt-BR" smtClean="0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2887D-3FE0-41A6-AE39-21C16B90780E}" type="datetimeFigureOut">
              <a:rPr lang="pt-BR" smtClean="0"/>
              <a:t>09/06/2011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294A6-254F-469B-AD55-0A6661443653}" type="slidenum">
              <a:rPr lang="pt-BR" smtClean="0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2887D-3FE0-41A6-AE39-21C16B90780E}" type="datetimeFigureOut">
              <a:rPr lang="pt-BR" smtClean="0"/>
              <a:t>09/06/2011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294A6-254F-469B-AD55-0A6661443653}" type="slidenum">
              <a:rPr lang="pt-BR" smtClean="0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2887D-3FE0-41A6-AE39-21C16B90780E}" type="datetimeFigureOut">
              <a:rPr lang="pt-BR" smtClean="0"/>
              <a:t>09/06/2011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294A6-254F-469B-AD55-0A6661443653}" type="slidenum">
              <a:rPr lang="pt-BR" smtClean="0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2887D-3FE0-41A6-AE39-21C16B90780E}" type="datetimeFigureOut">
              <a:rPr lang="pt-BR" smtClean="0"/>
              <a:t>09/06/2011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294A6-254F-469B-AD55-0A6661443653}" type="slidenum">
              <a:rPr lang="pt-BR" smtClean="0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2887D-3FE0-41A6-AE39-21C16B90780E}" type="datetimeFigureOut">
              <a:rPr lang="pt-BR" smtClean="0"/>
              <a:t>09/06/2011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294A6-254F-469B-AD55-0A6661443653}" type="slidenum">
              <a:rPr lang="pt-BR" smtClean="0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2887D-3FE0-41A6-AE39-21C16B90780E}" type="datetimeFigureOut">
              <a:rPr lang="pt-BR" smtClean="0"/>
              <a:t>09/06/2011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294A6-254F-469B-AD55-0A6661443653}" type="slidenum">
              <a:rPr lang="pt-BR" smtClean="0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2887D-3FE0-41A6-AE39-21C16B90780E}" type="datetimeFigureOut">
              <a:rPr lang="pt-BR" smtClean="0"/>
              <a:t>09/06/2011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294A6-254F-469B-AD55-0A6661443653}" type="slidenum">
              <a:rPr lang="pt-BR" smtClean="0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F2887D-3FE0-41A6-AE39-21C16B90780E}" type="datetimeFigureOut">
              <a:rPr lang="pt-BR" smtClean="0"/>
              <a:t>09/06/2011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F294A6-254F-469B-AD55-0A6661443653}" type="slidenum">
              <a:rPr lang="pt-BR" smtClean="0"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pt-BR" b="1" dirty="0" err="1" smtClean="0"/>
              <a:t>UbiPerson</a:t>
            </a:r>
            <a:r>
              <a:rPr lang="pt-BR" dirty="0" smtClean="0"/>
              <a:t/>
            </a:r>
            <a:br>
              <a:rPr lang="pt-BR" dirty="0" smtClean="0"/>
            </a:br>
            <a:r>
              <a:rPr lang="pt-BR" sz="3600" dirty="0" smtClean="0"/>
              <a:t>Uma Arquitetura para Gerenciamento de Perfis Baseados em Trilhas</a:t>
            </a:r>
            <a:endParaRPr lang="pt-BR" sz="3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869160"/>
            <a:ext cx="6400800" cy="1224136"/>
          </a:xfrm>
        </p:spPr>
        <p:txBody>
          <a:bodyPr/>
          <a:lstStyle/>
          <a:p>
            <a:r>
              <a:rPr lang="pt-BR" dirty="0" smtClean="0"/>
              <a:t>André Wagner</a:t>
            </a:r>
            <a:endParaRPr lang="pt-BR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Computação</a:t>
            </a:r>
            <a:r>
              <a:rPr lang="pt-BR" baseline="0" dirty="0" smtClean="0"/>
              <a:t> Ubíqua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Informações</a:t>
            </a:r>
            <a:r>
              <a:rPr lang="pt-BR" baseline="0" dirty="0" smtClean="0"/>
              <a:t> e serviços a qualquer momento e em qualquer lugar</a:t>
            </a:r>
          </a:p>
          <a:p>
            <a:r>
              <a:rPr lang="pt-BR" baseline="0" dirty="0" smtClean="0"/>
              <a:t>Contexto: qualquer informação que possa ser usada para caracterizar a situação de uma entidade</a:t>
            </a:r>
          </a:p>
          <a:p>
            <a:r>
              <a:rPr lang="pt-BR" baseline="0" dirty="0" smtClean="0"/>
              <a:t>Trilhas: histórico de contextos visitados</a:t>
            </a:r>
            <a:endParaRPr lang="pt-B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Problema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Gerenciamento de perfis</a:t>
            </a:r>
          </a:p>
          <a:p>
            <a:r>
              <a:rPr lang="pt-BR" dirty="0" smtClean="0"/>
              <a:t>Questões</a:t>
            </a:r>
            <a:endParaRPr lang="pt-BR" baseline="0" dirty="0" smtClean="0"/>
          </a:p>
          <a:p>
            <a:pPr lvl="1"/>
            <a:r>
              <a:rPr lang="pt-BR" dirty="0" smtClean="0"/>
              <a:t>Como gerenciar um perfil unificado?</a:t>
            </a:r>
          </a:p>
          <a:p>
            <a:pPr lvl="1"/>
            <a:r>
              <a:rPr lang="pt-BR" dirty="0" smtClean="0"/>
              <a:t>Onde ele fica</a:t>
            </a:r>
            <a:r>
              <a:rPr lang="pt-BR" baseline="0" dirty="0" smtClean="0"/>
              <a:t> armazenado?</a:t>
            </a:r>
          </a:p>
          <a:p>
            <a:pPr lvl="1"/>
            <a:r>
              <a:rPr lang="pt-BR" baseline="0" dirty="0" smtClean="0"/>
              <a:t>Como as aplicações trabalham em conjunto?</a:t>
            </a:r>
          </a:p>
          <a:p>
            <a:pPr lvl="1"/>
            <a:r>
              <a:rPr lang="pt-BR" baseline="0" dirty="0" smtClean="0"/>
              <a:t>Que tipo de informações podem ser inferidas?</a:t>
            </a:r>
            <a:endParaRPr lang="pt-BR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Trabalhos</a:t>
            </a:r>
            <a:r>
              <a:rPr lang="pt-BR" baseline="0" dirty="0" smtClean="0"/>
              <a:t> Relacionados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pt-BR" dirty="0" smtClean="0"/>
              <a:t>Sistema capaz</a:t>
            </a:r>
            <a:r>
              <a:rPr lang="pt-BR" baseline="0" dirty="0" smtClean="0"/>
              <a:t> de detectar a idade de um usuário a partir das idades de seus amigos [Park </a:t>
            </a:r>
            <a:r>
              <a:rPr lang="pt-BR" baseline="0" dirty="0" err="1" smtClean="0"/>
              <a:t>et</a:t>
            </a:r>
            <a:r>
              <a:rPr lang="pt-BR" baseline="0" dirty="0" smtClean="0"/>
              <a:t> </a:t>
            </a:r>
            <a:r>
              <a:rPr lang="pt-BR" baseline="0" dirty="0" err="1" smtClean="0"/>
              <a:t>al</a:t>
            </a:r>
            <a:r>
              <a:rPr lang="pt-BR" baseline="0" dirty="0" smtClean="0"/>
              <a:t>, 2009] (êxito: 97%)</a:t>
            </a:r>
          </a:p>
          <a:p>
            <a:r>
              <a:rPr lang="pt-BR" dirty="0" smtClean="0"/>
              <a:t>Sistema que</a:t>
            </a:r>
            <a:r>
              <a:rPr lang="pt-BR" baseline="0" dirty="0" smtClean="0"/>
              <a:t> apresenta arquitetura para troca de informações de perfis via WS [Kim e Lee, 2008]</a:t>
            </a:r>
          </a:p>
          <a:p>
            <a:r>
              <a:rPr lang="pt-BR" baseline="0" dirty="0" smtClean="0"/>
              <a:t>Projeto </a:t>
            </a:r>
            <a:r>
              <a:rPr lang="pt-BR" baseline="0" dirty="0" err="1" smtClean="0"/>
              <a:t>PeLeP</a:t>
            </a:r>
            <a:r>
              <a:rPr lang="pt-BR" baseline="0" dirty="0" smtClean="0"/>
              <a:t>, que apresenta aperfeiçoamento automático de perfis [Levis </a:t>
            </a:r>
            <a:r>
              <a:rPr lang="pt-BR" baseline="0" dirty="0" err="1" smtClean="0"/>
              <a:t>et</a:t>
            </a:r>
            <a:r>
              <a:rPr lang="pt-BR" baseline="0" dirty="0" smtClean="0"/>
              <a:t> </a:t>
            </a:r>
            <a:r>
              <a:rPr lang="pt-BR" baseline="0" dirty="0" err="1" smtClean="0"/>
              <a:t>al</a:t>
            </a:r>
            <a:r>
              <a:rPr lang="pt-BR" baseline="0" dirty="0" smtClean="0"/>
              <a:t>, 2007]</a:t>
            </a:r>
          </a:p>
          <a:p>
            <a:r>
              <a:rPr lang="pt-BR" baseline="0" dirty="0" smtClean="0"/>
              <a:t>A </a:t>
            </a:r>
            <a:r>
              <a:rPr lang="pt-BR" baseline="0" dirty="0" err="1" smtClean="0"/>
              <a:t>maiora</a:t>
            </a:r>
            <a:r>
              <a:rPr lang="pt-BR" baseline="0" dirty="0" smtClean="0"/>
              <a:t> dos estudos coloca o perfil a cargo de um servidor centralizado na internet</a:t>
            </a:r>
            <a:endParaRPr lang="pt-BR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Objetivos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Perfil unificado em um servidor centralizado</a:t>
            </a:r>
          </a:p>
          <a:p>
            <a:r>
              <a:rPr lang="pt-BR" dirty="0" smtClean="0"/>
              <a:t>Comunicação via </a:t>
            </a:r>
            <a:r>
              <a:rPr lang="pt-BR" dirty="0" err="1" smtClean="0"/>
              <a:t>WebServices</a:t>
            </a:r>
            <a:endParaRPr lang="pt-BR" dirty="0" smtClean="0"/>
          </a:p>
          <a:p>
            <a:r>
              <a:rPr lang="pt-BR" dirty="0" smtClean="0"/>
              <a:t>Armazenamento de trilhas</a:t>
            </a:r>
          </a:p>
          <a:p>
            <a:r>
              <a:rPr lang="pt-BR" dirty="0" smtClean="0"/>
              <a:t>Inferência do perfil através das trilhas</a:t>
            </a:r>
          </a:p>
          <a:p>
            <a:r>
              <a:rPr lang="pt-BR" dirty="0" smtClean="0"/>
              <a:t>Possibilidade de envio de código do cliente para o servidor, para inferência personalizada</a:t>
            </a:r>
            <a:endParaRPr lang="pt-B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Arquitetura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UPCommunication</a:t>
            </a:r>
            <a:endParaRPr lang="pt-BR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BR" dirty="0" smtClean="0"/>
              <a:t>Responsável</a:t>
            </a:r>
            <a:r>
              <a:rPr lang="pt-BR" baseline="0" dirty="0" smtClean="0"/>
              <a:t> por receber/enviar chamados</a:t>
            </a:r>
          </a:p>
          <a:p>
            <a:r>
              <a:rPr lang="pt-BR" baseline="0" dirty="0" smtClean="0"/>
              <a:t>Codifica/decodifica chamados WS/XML</a:t>
            </a:r>
          </a:p>
          <a:p>
            <a:r>
              <a:rPr lang="pt-BR" baseline="0" dirty="0" smtClean="0"/>
              <a:t>Envia chamados para outros módulos</a:t>
            </a:r>
            <a:endParaRPr lang="pt-BR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UPAuthentication</a:t>
            </a:r>
            <a:endParaRPr lang="pt-BR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BR" dirty="0" smtClean="0"/>
              <a:t>Autentica</a:t>
            </a:r>
            <a:r>
              <a:rPr lang="pt-BR" baseline="0" dirty="0" smtClean="0"/>
              <a:t> cliente e usuário</a:t>
            </a:r>
          </a:p>
          <a:p>
            <a:r>
              <a:rPr lang="pt-BR" baseline="0" dirty="0" smtClean="0"/>
              <a:t>Verifica credenciais e barra comunicação</a:t>
            </a:r>
          </a:p>
          <a:p>
            <a:r>
              <a:rPr lang="pt-BR" baseline="0" dirty="0" smtClean="0"/>
              <a:t>Módulo não implementado para este trabalho</a:t>
            </a:r>
            <a:endParaRPr lang="pt-BR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UPServices</a:t>
            </a:r>
            <a:endParaRPr lang="pt-BR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BR" dirty="0" smtClean="0"/>
              <a:t>Acessa BD de trilhas</a:t>
            </a:r>
          </a:p>
          <a:p>
            <a:r>
              <a:rPr lang="pt-BR" dirty="0" smtClean="0"/>
              <a:t>Processa requisições de registro e solicitações de trilhas</a:t>
            </a:r>
          </a:p>
          <a:p>
            <a:r>
              <a:rPr lang="pt-BR" dirty="0" smtClean="0"/>
              <a:t>Armazena os</a:t>
            </a:r>
            <a:r>
              <a:rPr lang="pt-BR" baseline="0" dirty="0" smtClean="0"/>
              <a:t> dados</a:t>
            </a:r>
            <a:endParaRPr lang="pt-BR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UPInferenceCache</a:t>
            </a:r>
            <a:endParaRPr lang="pt-BR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 smtClean="0"/>
              <a:t>Funciona</a:t>
            </a:r>
            <a:r>
              <a:rPr lang="pt-BR" baseline="0" dirty="0" smtClean="0"/>
              <a:t> como </a:t>
            </a:r>
            <a:r>
              <a:rPr lang="pt-BR" baseline="0" dirty="0" err="1" smtClean="0"/>
              <a:t>cache</a:t>
            </a:r>
            <a:r>
              <a:rPr lang="pt-BR" baseline="0" dirty="0" smtClean="0"/>
              <a:t> para dados inferidos</a:t>
            </a:r>
          </a:p>
          <a:p>
            <a:r>
              <a:rPr lang="pt-BR" baseline="0" dirty="0" smtClean="0"/>
              <a:t>Se a informação estiver no </a:t>
            </a:r>
            <a:r>
              <a:rPr lang="pt-BR" baseline="0" dirty="0" err="1" smtClean="0"/>
              <a:t>cache</a:t>
            </a:r>
            <a:r>
              <a:rPr lang="pt-BR" baseline="0" dirty="0" smtClean="0"/>
              <a:t> e não estiver vencida,</a:t>
            </a:r>
            <a:r>
              <a:rPr lang="pt-BR" dirty="0" smtClean="0"/>
              <a:t> retorna a informação</a:t>
            </a:r>
          </a:p>
          <a:p>
            <a:r>
              <a:rPr lang="pt-BR" dirty="0" smtClean="0"/>
              <a:t>Caso contrário, repassa a requisição</a:t>
            </a:r>
          </a:p>
          <a:p>
            <a:r>
              <a:rPr lang="pt-BR" dirty="0" smtClean="0"/>
              <a:t>Módulo não implementado</a:t>
            </a:r>
            <a:endParaRPr lang="pt-BR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endParaRPr lang="pt-B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UPInferenceEngine</a:t>
            </a:r>
            <a:endParaRPr lang="pt-BR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BR" dirty="0" smtClean="0"/>
              <a:t>Infere os dados de perfil a</a:t>
            </a:r>
            <a:r>
              <a:rPr lang="pt-BR" baseline="0" dirty="0" smtClean="0"/>
              <a:t> partir das trilhas</a:t>
            </a:r>
          </a:p>
          <a:p>
            <a:r>
              <a:rPr lang="pt-BR" baseline="0" dirty="0" smtClean="0"/>
              <a:t>Implementação simples para demonstração: apenas conta o número de trocas de contexto</a:t>
            </a:r>
            <a:endParaRPr lang="pt-BR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UPRemote</a:t>
            </a:r>
            <a:r>
              <a:rPr lang="pt-BR" baseline="0" dirty="0" err="1" smtClean="0"/>
              <a:t>Engine</a:t>
            </a:r>
            <a:endParaRPr lang="pt-BR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 smtClean="0"/>
              <a:t>Permite que código remoto seja executado no servidor</a:t>
            </a:r>
          </a:p>
          <a:p>
            <a:r>
              <a:rPr lang="pt-BR" dirty="0" smtClean="0"/>
              <a:t>Utiliza RMI</a:t>
            </a:r>
          </a:p>
          <a:p>
            <a:r>
              <a:rPr lang="pt-BR" dirty="0" smtClean="0"/>
              <a:t>Protegido, permite apenas acesso às trilhas </a:t>
            </a:r>
            <a:r>
              <a:rPr lang="pt-BR" strike="sngStrike" dirty="0" smtClean="0"/>
              <a:t>e ao perfil </a:t>
            </a:r>
            <a:r>
              <a:rPr lang="pt-BR" dirty="0" smtClean="0"/>
              <a:t>do usuário</a:t>
            </a:r>
          </a:p>
          <a:p>
            <a:r>
              <a:rPr lang="pt-BR" dirty="0" smtClean="0"/>
              <a:t>A trilha é disponibilizada através de um </a:t>
            </a:r>
            <a:r>
              <a:rPr lang="pt-BR" i="1" dirty="0" err="1" smtClean="0"/>
              <a:t>array</a:t>
            </a:r>
            <a:r>
              <a:rPr lang="pt-BR" dirty="0" smtClean="0"/>
              <a:t> de eventos</a:t>
            </a:r>
            <a:endParaRPr lang="pt-BR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endParaRPr lang="pt-B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Protocolo de Comunicação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Comunicação via </a:t>
            </a:r>
            <a:r>
              <a:rPr lang="pt-BR" dirty="0" err="1" smtClean="0"/>
              <a:t>WebServices</a:t>
            </a:r>
            <a:endParaRPr lang="pt-BR" dirty="0" smtClean="0"/>
          </a:p>
          <a:p>
            <a:r>
              <a:rPr lang="pt-BR" dirty="0" smtClean="0"/>
              <a:t>Método de comunicação:</a:t>
            </a:r>
            <a:r>
              <a:rPr lang="pt-BR" baseline="0" dirty="0" smtClean="0"/>
              <a:t> REST sobre XML</a:t>
            </a:r>
          </a:p>
          <a:p>
            <a:pPr lvl="1"/>
            <a:r>
              <a:rPr lang="pt-BR" dirty="0" smtClean="0"/>
              <a:t>Foi escolhido ao invés de SOAP devido à necessidade de rodar em dispositivos móveis</a:t>
            </a:r>
            <a:endParaRPr lang="pt-BR" baseline="0" dirty="0" smtClean="0"/>
          </a:p>
          <a:p>
            <a:r>
              <a:rPr lang="pt-BR" baseline="0" dirty="0" smtClean="0"/>
              <a:t>Implementação customizada</a:t>
            </a:r>
          </a:p>
          <a:p>
            <a:r>
              <a:rPr lang="pt-BR" baseline="0" dirty="0" smtClean="0"/>
              <a:t>Exemplo de comandos:</a:t>
            </a:r>
          </a:p>
          <a:p>
            <a:pPr lvl="1"/>
            <a:endParaRPr lang="pt-BR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Suporte a Desconexão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Demonstração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Conclusão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49</TotalTime>
  <Words>350</Words>
  <Application>Microsoft Office PowerPoint</Application>
  <PresentationFormat>On-screen Show (4:3)</PresentationFormat>
  <Paragraphs>59</Paragraphs>
  <Slides>16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UbiPerson Uma Arquitetura para Gerenciamento de Perfis Baseados em Trilhas</vt:lpstr>
      <vt:lpstr>Computação Ubíqua</vt:lpstr>
      <vt:lpstr>Problema</vt:lpstr>
      <vt:lpstr>Trabalhos Relacionados</vt:lpstr>
      <vt:lpstr>Objetivos</vt:lpstr>
      <vt:lpstr>Arquitetura</vt:lpstr>
      <vt:lpstr>UPCommunication</vt:lpstr>
      <vt:lpstr>UPAuthentication</vt:lpstr>
      <vt:lpstr>UPServices</vt:lpstr>
      <vt:lpstr>UPInferenceCache</vt:lpstr>
      <vt:lpstr>UPInferenceEngine</vt:lpstr>
      <vt:lpstr>UPRemoteEngine</vt:lpstr>
      <vt:lpstr>Protocolo de Comunicação</vt:lpstr>
      <vt:lpstr>Suporte a Desconexão</vt:lpstr>
      <vt:lpstr>Demonstração</vt:lpstr>
      <vt:lpstr>Conclusão</vt:lpstr>
    </vt:vector>
  </TitlesOfParts>
  <Company>Deere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UbiPerson</dc:title>
  <dc:creator>Andre Wagner</dc:creator>
  <cp:lastModifiedBy>Andre Wagner</cp:lastModifiedBy>
  <cp:revision>9</cp:revision>
  <dcterms:created xsi:type="dcterms:W3CDTF">2011-06-09T15:23:50Z</dcterms:created>
  <dcterms:modified xsi:type="dcterms:W3CDTF">2011-06-09T16:13:28Z</dcterms:modified>
</cp:coreProperties>
</file>